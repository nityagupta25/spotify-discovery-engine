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music app perfects what to recommend; none give a reason to accept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 — Spotify already leads there. It's acceptance: engaged listeners won't press play on the unfamiliar.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— WHAT EACH APP OFFERS VS WHAT'S MISSING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24128"/>
          <a:ext cx="4617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offer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missing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D7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recsys — Discover Weekly, DJ, Daylist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reason to trust a new pick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editorial curation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personal; no per-user 'why'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YouTube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Huge catalog + video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Recs echo history; weak long-tail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Gaana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regional / Bollywood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 &amp; popularity-led discovery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JioSaavn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+ podcasts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personalized narrative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889504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Even Spotify only serves the song — never a reason to try it.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SPOTIFY SOLVES THIS FIRST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0" y="1042416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138928" y="10881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discovery surface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138928" y="130759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 MAU · 263M Premium — the most to gain from acceptance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0" y="1645920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138928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already solved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38928" y="19110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recsys in market; the only frontier left is acceptance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0" y="224942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138928" y="22951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Native, no cold-start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38928" y="25146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trust (friend → taste-twin → AI) fits Search &amp; Home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28600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8600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83464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801368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1368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85623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3374136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74136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342900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analyzed reviews cite repetition / discovery pain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892040" y="320040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5010912" y="324612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  </a:t>
            </a:r>
            <a:pPr indent="0" marL="0">
              <a:lnSpc>
                <a:spcPct val="103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'transportation' raises willingness to try the unfamiliar — a story, not a score, drives acceptance (taste-broadening serendipity, 2024).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228600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28600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new music, but engaged users won't act on it — the unfamiliar arrives with no reason to trust it, so they skip back to the loop.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145536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3145536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→ boredom → churn risk for the highest-LTV cohort. Discovery drives catalog breadth, the artist economy, and retention.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062472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OUTCOME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062472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Spotify from 'serves the song' to 'earns the play' — own the acceptance layer no rival has built.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gap is real, does it show in real Spotify reviews? Let's look →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 — we analyzed 7,296 reviews; repetition is the #1 pain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across App Store · Play Store · YouTube · Spotify Community. Every claim cites a real review — no fabrication.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REVIEW FINDINGS (N=7,296)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23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7373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39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LLM-labeled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discovery pain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39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= stale/repetitive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5760" y="23042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reviewers ask for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23744"/>
            <a:ext cx="412394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" y="2523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44752" y="252374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variety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2798064"/>
            <a:ext cx="331927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" y="27980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444752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repetition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072384"/>
            <a:ext cx="170993" cy="182880"/>
          </a:xfrm>
          <a:prstGeom prst="roundRect">
            <a:avLst>
              <a:gd name="adj" fmla="val 16043"/>
            </a:avLst>
          </a:prstGeom>
          <a:solidFill>
            <a:srgbClr val="1ED760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" y="30723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shuffle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34670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444752" y="33467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new-music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labeled review sample (Groq)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0" y="822960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3337560" y="8961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SENTIMENT (FROM ★ RATINGS)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1188720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29000" y="1325880"/>
            <a:ext cx="219456" cy="219456"/>
          </a:xfrm>
          <a:prstGeom prst="ellipse">
            <a:avLst/>
          </a:prstGeom>
          <a:solidFill>
            <a:srgbClr val="FF7A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49040" y="12344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17720" y="1234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37560" y="1755648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29000" y="1892808"/>
            <a:ext cx="219456" cy="219456"/>
          </a:xfrm>
          <a:prstGeom prst="ellipse">
            <a:avLst/>
          </a:prstGeom>
          <a:solidFill>
            <a:srgbClr val="F5B83D"/>
          </a:solidFill>
          <a:ln/>
        </p:spPr>
      </p:sp>
      <p:sp>
        <p:nvSpPr>
          <p:cNvPr id="42" name="Text 40"/>
          <p:cNvSpPr/>
          <p:nvPr/>
        </p:nvSpPr>
        <p:spPr>
          <a:xfrm>
            <a:off x="3749040" y="18013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627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617720" y="18013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2322576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9000" y="2459736"/>
            <a:ext cx="219456" cy="21945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3749040" y="23682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3,449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617720" y="23682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37560" y="2944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complaints skew negative — and come disproportionately from Premium power users.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337560" y="36576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7,296 cleaned reviews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97880" y="822960"/>
            <a:ext cx="3017520" cy="3017520"/>
          </a:xfrm>
          <a:prstGeom prst="roundRect">
            <a:avLst>
              <a:gd name="adj" fmla="val 181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603504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WHAT REAL USERS SAID (CITED)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188720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1243584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“…locks us into a comfortable but repetitive bubble.”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44768" y="1719072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035040" y="2029968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4768" y="2084832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44768" y="256032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035040" y="287121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2926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44768" y="340156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28600" y="3913632"/>
            <a:ext cx="8686800" cy="658368"/>
          </a:xfrm>
          <a:prstGeom prst="roundRect">
            <a:avLst>
              <a:gd name="adj" fmla="val 8333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968496"/>
            <a:ext cx="8458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homogenization (popularity bias); Discover Weekly narrows genre diversity as engagement rises; narrative transportation lifts acceptance of the unfamiliar. 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outpacing acceptance — every accuracy upgrade widens the gap.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prove it. But who feels it most, and where does discovery break? →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want new music — they just won't gamble a skip on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high-tenure Premium power users doing active discovery — the loudest, most-articulate discovery complaints in the reviews.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78638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segment: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LTV, feel the pain most, and are the most articulate — they drive the discovery complaints (19.4% of reviews). Win them, then expand to all Premium.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3832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Aarav, 27 · Bengaluru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Looper” — Premium 4 yrs, 15 hrs/wk, 2,000+ saves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832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his own saves; skeptical of algorithmic 'new'.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to believe a new track fits before he risks a listen.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Discover Weekly, skims, retreats to the same 6 playlists.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832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me, I've basically already heard.”  — reviewer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72744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24 · Mumbai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2744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Curator” — Premium 3 yrs, shares constantly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2744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friends &amp; scenes, not black-box recs.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2744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WHO and WHY behind a pick.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2744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tries music friends share; ignores algo recs entirely.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2744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friend puts me on, I'll try almost anything.”  — reviewer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8600" y="299923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— WHAT'S HIDDEN AT EVERY STAGE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01752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1752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time; won't gamble 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74520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8256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5740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recsys optimizes replay, not novelty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30168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03904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13048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13048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story, no trust signal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85816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95544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59552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68696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in ~5s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68696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risk the listen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141464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Loop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24344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same playlist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24344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 reads skip as 'dislike' → narrows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228600" y="431596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</a:t>
            </a:r>
            <a:pPr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song — it's the silent skip. Discovery breaks at acceptance, not accuracy; every skip teaches the algorithm to narrow further.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where trust breaks. Now let's frame the underlying problem →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accuracy; it's that a new track arrives with no reason to trust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Problem-framing canvas — a structural diagnosis of the acceptance gap.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IS THE TRUE PROBLEM?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542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the unfamiliar with no story and no signal, so engaged users can't tell a worth-it new track from a risky one — and they skip. It is not an accuracy problem (recs are good). It is an acceptance problem: no reason to say yes.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29184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FACES THIS PROBLEM?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13385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doing active discovery.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60934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1 · The Looper — trusts own saves, skips algo 'new'.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91840" y="2048256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08483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2 · The Curator — trusts friends, ignores black-box recs.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514600"/>
            <a:ext cx="2542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Largest, highest-LTV, most-articulate discovery cohort.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80760" y="822960"/>
            <a:ext cx="283464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8961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HOW DO WE KNOW IT'S A PROBLEM?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1338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 cite repetition; #1 theme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0" y="14264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skews negative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719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#6077 / #6072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011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drops on Discover Weekly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743200"/>
            <a:ext cx="46177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28163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VALUE GENERATED BY SOLVING THIS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Engaged Explorers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25526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 — without gambling a skip. Discovery becomes trustworthy, not a risk. The bubble finally widens.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651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Spotify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51760" y="32552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highest-LTV cohort, deepen sessions, widen catalog &amp; the artist economy, and own the acceptance layer as a durable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2743200"/>
            <a:ext cx="39319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120640" y="281635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WHY SHOULD WE SOLVE THIS NOW?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20640" y="305409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saturating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120640" y="323697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recs and widens the acceptance gap — the unsolved half.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20640" y="35661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unlocks it now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374904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makes a grounded, personal 'why' per (user × track) possible at scale for the first time.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120640" y="407822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window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42611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shows a reason to accept — ship first and it becomes part of the brand.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framed. How many ways could we solve it — and which wins? →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new track arrives with a reason to trust it, engaged users will press play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hypotheses tested against RICE (Reach × Impact × Confidence ÷ Effort). One chosen.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User hypothesis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886968"/>
            <a:ext cx="54864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8869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block is acceptance, not accuracy — a grounded, personal 'why' converts a skip into a play.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the CAUSE: users skip the unfamiliar because nothing tells them it's worth the risk.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Business hypothesis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55264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drives churn/disengagement for high-LTV users; fixing discovery retains them.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2A241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but derivative — retention is the EFFECT of the user problem H1 solves.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62472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2200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Market hypothesis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'why'; being first owns the trust position permanently.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but passive — it's branding, not a change in behavior at the moment of choice.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8600" y="2962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FRAMEWORK — WHY H1 WINS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145536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163824"/>
            <a:ext cx="1600200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listener, every session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2240280" y="3163824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29" name="Text 27"/>
          <p:cNvSpPr/>
          <p:nvPr/>
        </p:nvSpPr>
        <p:spPr>
          <a:xfrm>
            <a:off x="226771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4028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multi-session data first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023360" y="3163824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32" name="Text 30"/>
          <p:cNvSpPr/>
          <p:nvPr/>
        </p:nvSpPr>
        <p:spPr>
          <a:xfrm>
            <a:off x="405079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02336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but passive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28600" y="3483864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02152"/>
            <a:ext cx="1472184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skip→play at decision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240280" y="3502152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39" name="Text 37"/>
          <p:cNvSpPr/>
          <p:nvPr/>
        </p:nvSpPr>
        <p:spPr>
          <a:xfrm>
            <a:off x="226771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24028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— needs learning time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4023360" y="3502152"/>
            <a:ext cx="704088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5079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02336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good, no behavior change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228600" y="382219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1344168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 + segment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2240280" y="3840480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49" name="Text 47"/>
          <p:cNvSpPr/>
          <p:nvPr/>
        </p:nvSpPr>
        <p:spPr>
          <a:xfrm>
            <a:off x="226771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4028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logic, no validation data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023360" y="3840480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52" name="Text 50"/>
          <p:cNvSpPr/>
          <p:nvPr/>
        </p:nvSpPr>
        <p:spPr>
          <a:xfrm>
            <a:off x="405079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02336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 positioning shifts trust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228600" y="416052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78808"/>
            <a:ext cx="1216152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56" name="Text 54"/>
          <p:cNvSpPr/>
          <p:nvPr/>
        </p:nvSpPr>
        <p:spPr>
          <a:xfrm>
            <a:off x="48463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5720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embeddings, prototyped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2240280" y="4178808"/>
            <a:ext cx="960120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59" name="Text 57"/>
          <p:cNvSpPr/>
          <p:nvPr/>
        </p:nvSpPr>
        <p:spPr>
          <a:xfrm>
            <a:off x="226771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24028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tracking + perso engine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023360" y="4178808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62" name="Text 60"/>
          <p:cNvSpPr/>
          <p:nvPr/>
        </p:nvSpPr>
        <p:spPr>
          <a:xfrm>
            <a:off x="405079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02336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effort, low intervention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228600" y="44988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24028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5B83D"/>
          </a:solidFill>
          <a:ln/>
        </p:spPr>
      </p:sp>
      <p:sp>
        <p:nvSpPr>
          <p:cNvPr id="68" name="Text 66"/>
          <p:cNvSpPr/>
          <p:nvPr/>
        </p:nvSpPr>
        <p:spPr>
          <a:xfrm>
            <a:off x="22402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2336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6FA8FF"/>
          </a:solidFill>
          <a:ln/>
        </p:spPr>
      </p:sp>
      <p:sp>
        <p:nvSpPr>
          <p:cNvPr id="70" name="Text 68"/>
          <p:cNvSpPr/>
          <p:nvPr/>
        </p:nvSpPr>
        <p:spPr>
          <a:xfrm>
            <a:off x="402336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943600" y="2962656"/>
            <a:ext cx="2971800" cy="1627632"/>
          </a:xfrm>
          <a:prstGeom prst="roundRect">
            <a:avLst>
              <a:gd name="adj" fmla="val 3371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6080760" y="30540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H1 wins by ~2× over H2 and ~16× over H3.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080760" y="34747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attacks the cause — the moment a user decides whether to trust a new track. H2 is the business effect of solving H1; H3 is positioning. Next: the solutions that deliver H1.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locked. Four solutions explored — one chosen →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wins — it gives a reason to try, not another way to search or shuffle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solutions explored for H1. One chosen; three rejected with evidence.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Prompted discovery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discovery what you want in words.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Spotify already shipped AI DJ / Prompted Playlist — still serves, gives no reason to trust a new pick.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 I've already heard.”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Social vouching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48656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248656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55264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only 'liked by a friend'.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55264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Strong trust, but Spotify's social graph is thin — cold-start kills it for most tracks and users.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55264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cold-start: no friends = no signal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62472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Facts &amp; credits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165592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72200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song facts / credits (SongDNA-style).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Facts ≠ a reason to care; no personal 'why this, for you' — it informs, it doesn't persuade.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“…isn't shuffle.” — App Store #4896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8600" y="2615184"/>
            <a:ext cx="489204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65760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Off Repeat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706624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70662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65760" y="2962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short, grounded, personal story + a three-layer trust cue.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AI story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on — the reason to try, per (you × track)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9748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063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Taste-twin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7063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'popular with your taste' — collaborative signal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Real friend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891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'Liked by Nitya' — strongest trust when present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69748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063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New-to-you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7063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guarantee — never what you already play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57800" y="2615184"/>
            <a:ext cx="365760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5394960" y="2688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 AGAINST EACH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94960" y="296265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89320" y="29626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reason, not just steering — a story converts the skip.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394960" y="34930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89320" y="349300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zero friends — the AI story is always on; social is a bonus.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394960" y="4023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89320" y="4023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'why this, for you' — not generic facts. Grounded, no fabrication.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chosen. Now see it work — the live prototype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not theoretical — here's the live Off Repeat app, running in Spotify's UI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 web app; AI writes each story live from your taste. Three screens, every button works.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Home</a:t>
            </a:r>
            <a:endParaRPr lang="en-US" sz="1100" dirty="0"/>
          </a:p>
        </p:txBody>
      </p:sp>
      <p:pic>
        <p:nvPicPr>
          <p:cNvPr id="7" name="Image 0" descr="shot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1060704"/>
            <a:ext cx="1170432" cy="22311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entry: 'You're on repeat — break out.'  Recently-played loop + a single tap into Off Repeat.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145536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Search</a:t>
            </a:r>
            <a:endParaRPr lang="en-US" sz="1100" dirty="0"/>
          </a:p>
        </p:txBody>
      </p:sp>
      <p:pic>
        <p:nvPicPr>
          <p:cNvPr id="10" name="Image 1" descr="shot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780" y="1060704"/>
            <a:ext cx="1170432" cy="22311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91256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lives in Search (not a bolt-on tab): a featured Off Repeat card + 'Browse all' taste tiles.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062472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Off Repeat</a:t>
            </a:r>
            <a:endParaRPr lang="en-US" sz="1100" dirty="0"/>
          </a:p>
        </p:txBody>
      </p:sp>
      <p:pic>
        <p:nvPicPr>
          <p:cNvPr id="13" name="Image 2" descr="shot_dis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1060704"/>
            <a:ext cx="1170432" cy="22311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08192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Spotify playlist page: cover, controls, and flat track rows — each with its AI story + trust cue.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28600" y="4041648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407822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button works:  </a:t>
            </a:r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· save · Save-all · 'Weirder' (deeper cuts) · Different-genre · Your Library. Trust cue is dynamic — 'Liked by Nitya', 'Popular with your taste', or 'Picked for you'.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28600" y="4535424"/>
            <a:ext cx="8686800" cy="237744"/>
          </a:xfrm>
          <a:prstGeom prst="roundRect">
            <a:avLst>
              <a:gd name="adj" fmla="val 2307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365760" y="4535424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app + workflow: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How to use: pick your taste → stories generate live → play &amp; save.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system under the hood — data flow, nudges, edge cases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engines, one grounded backbone — find the acceptance gap, then close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under the hood: data flow, research grounding, behavioral nudges, and edge cases.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RESEARCH ENGINE → PRODUCT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38328" y="108813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Review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(4 sources) → LLM label → embed + retrieve (MiniLM 384-d) → grounded synthesis → 💡 insight: acceptance gap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179222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38328" y="18379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→ taste vector → retrieve novel → novelty filter → grounded story + trust (LLM/RAG) → serve + learn ↻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615184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6700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opens Off Repeat → retrieval picks novel, taste-matched tracks → one LLM call writes a grounded story per track (RAG over real artist facts) → trust assigned by rule → rendered in the Spotify UI; adoption feeds back. Added latency ~1–2s; cached per taste.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" y="35295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NUDGES BUILT IN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37673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Break-the-loop card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pick bridges from the familiar loop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" y="4096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One-line story default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glanceable; full story on tap — no fatigue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8600" y="44256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Save-all + 'Weirder'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commitment + deeper exploration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80467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COMPONENT EXISTS — TRACED TO REVIEWS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04241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#1 pain = repetition; users want a reason, not a score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5179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trust friends &amp; 'people like me', not black-box recs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19933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filter: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'same 30 songs' (#4896) → must be genuinely new to you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guardrail: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RAG over real artist facts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999232"/>
            <a:ext cx="4343400" cy="1591056"/>
          </a:xfrm>
          <a:prstGeom prst="roundRect">
            <a:avLst>
              <a:gd name="adj" fmla="val 344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331012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Background listening: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opt-in / lean-in only — never interrupts passive play.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63016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Cold start: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 works alone; taste-twin fills in; friend is a bonus.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4709160" y="395020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Thin long-tail data: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confidence-gate; fall back to safe cues; never invent facts.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4709160" y="427024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Latency/cost at scale: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per taste; batch; live gen for high-intent surfaces only.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designed. Now success metrics, leading indicators &amp; guardrails →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for the behavior shift, four indicators to prove it, guardrails to protect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threshold derived from our review analysis (n=7,296) with secondary research woven in.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Discovery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914400"/>
            <a:ext cx="6172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artists. Un-gameable — counts only when SURFACED (new to you) + TRIED (≥30s) + KEPT (saved &amp; returned in 7d).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feature and walking away is worth zero — we measure a behavior change, not a click.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stalls: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informational, not persuasive → strengthen the story &amp; the break-the-loop bridge.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😀 LEADING INDICATORS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25%  Story-attach try-rate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A/B: story vs no story. 45% of reviewers ask for a 'reason'.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832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15% → the story isn't persuading; rewrite &amp; vary voice.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7316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30%  New-artist save-rate uplift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316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control. Proves adoption, not curiosity.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 → refresh the candidate pool; tune retrieval.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832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40%  7-day return on adopted artists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came back — real taste change, not a one-off.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832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30% → novelty decay; rotate stories, deepen catalog.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7316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 Taste breadth by M6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new artists / month — the bubble widening.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→ retrieval too safe; push further from the loop.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what success looks like. Now what could go wrong 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ways this could fail — and the guardrails to catch them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risk assessment with research-backed thresholds and specific mitigations.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&amp; MITIGATIONS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42416"/>
          <a:ext cx="54864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28600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go wrong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it's handled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 ≠ the real driver — 'won't play' is often mood/effort, not missing trust.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 the driver in Part-2 interviews; ship to lean-in surfaces only; measure by moment.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is fragile — one salesy or wrong story and users tune the layer out for good.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grounding + no-fabrication guardrail; style variety; QA on samples.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Payola &amp; gaming — pressure to inject promoted tracks; stream-farming the metric.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Firewall from promotion; reward saved+returned, never raw plays.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becomes a crutch — users stop exploring unaided; a new trust proxy.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unaided exploration; ease off narration as adoption grows.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Novelty decay — the first-try lift fades once the story feels normal.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30/90-day adoption retention; refresh story styles.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Cold-start / long tail — thin metadata where obscure tracks matter most.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Confidence-gate; safe fallback cues; enrich long-tail data.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97880" y="804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97880" y="1060704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007608" y="113385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6007608" y="11338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07608" y="1371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3% false 'why' (hallucination)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007608" y="157276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highest-risk failure — strictest threshold; drop invented claims.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897880" y="1901952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007608" y="1975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flat / down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07608" y="21945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core listening — Off Repeat must not raise skips.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897880" y="2743200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6007608" y="28163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Unaided-exploration not falling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007608" y="303580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we're not creating a crutch.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97880" y="3584448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6007608" y="3657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saved + returned, not plays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stream-farming incentives at the metric level.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2000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doesn't eliminate the loop — </a:t>
            </a:r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earns the play. The riskiest failures are the ones users don't notice, so we de-risk the acceptance driver in interviews before we build.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(detailed)</dc:title>
  <dc:subject>PptxGenJS Presentation</dc:subject>
  <dc:creator>Arjun</dc:creator>
  <cp:lastModifiedBy>Arjun</cp:lastModifiedBy>
  <cp:revision>1</cp:revision>
  <dcterms:created xsi:type="dcterms:W3CDTF">2026-07-05T05:48:39Z</dcterms:created>
  <dcterms:modified xsi:type="dcterms:W3CDTF">2026-07-05T05:48:39Z</dcterms:modified>
</cp:coreProperties>
</file>